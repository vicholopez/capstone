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Montserrat" pitchFamily="2" charset="77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69e55a8d5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69e55a8d5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69e55a8d5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69e55a8d5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69e55a8d5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69e55a8d5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69e55a8d5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69e55a8d5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69e55a8d5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69e55a8d5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69e55a8d5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69e55a8d5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69e55a8d5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69e55a8d5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69e55a8d5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69e55a8d5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69e55a8d5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69e55a8d5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69e55a8d5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69e55a8d5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69e55a8d5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69e55a8d5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69e55a8d5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69e55a8d5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69e55a8d5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69e55a8d5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69e55a8d5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69e55a8d5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69e55a8d5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a69e55a8d5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69e55a8d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69e55a8d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69e55a8d5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69e55a8d5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69e55a8d5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69e55a8d5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node.j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node.js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AcerBot - Bot Automatizado de Gestión de Buses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Integrante: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Vicente López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Fecha: 20/11/2025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Contexto del Problema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-Las empresas pérdidas económicas por desvíos no autorizados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-El control es manual y reactivo.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-No existe un sistema que automatice detección de TAG ni valide rutas.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-El proceso depende de planillas, reportes humanos y revisiones tardías.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Oportunidad de Mejora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-Necesidad de monitoreo en tiempo real.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-Mayor trazabilidad de movimientos.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-Reducción de horas administrativas.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-Mejor toma de decisiones basada en datos reales.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 del proyecto</a:t>
            </a:r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Desarrollar un sistema automatizado que detecte pasos por TAG, valide rutas autorizadas y generar alertas en tiempo real, integrando un bot conversacional para consulta directa de información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 Específicos</a:t>
            </a:r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-Integrar datos GPS y tag en tiempo real.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-Automatizar detección de pórticos autorizados y no autorizados.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-Base de datos escalable para registrar eventos.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-Bot conversacional (Telegram).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-Reducir procesos manuales actuales.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Alcance del Proyecto</a:t>
            </a:r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1161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Incluye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-Detección de TAG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-Validación de rutas.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-Registro histórico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-Bot Conversacional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-Alertas automáticas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Utilizada</a:t>
            </a:r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Scrum adaptado a proyecto individual: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-Product Backlog definido en Trello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-Sprints semanales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-Daily como registro personal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-Sprint review como pruebas funcionales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-Retrospectivas para mejoras continuas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Carta Gantt</a:t>
            </a:r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Destacar: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-Fases del proyecto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-Sprints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-Hitos del desarrollo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-Implementación modular</a:t>
            </a:r>
            <a:endParaRPr/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7225" y="2571750"/>
            <a:ext cx="4556776" cy="2594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 General del Sistema</a:t>
            </a:r>
            <a:endParaRPr/>
          </a:p>
        </p:txBody>
      </p:sp>
      <p:sp>
        <p:nvSpPr>
          <p:cNvPr id="184" name="Google Shape;184;p21"/>
          <p:cNvSpPr txBox="1">
            <a:spLocks noGrp="1"/>
          </p:cNvSpPr>
          <p:nvPr>
            <p:ph type="body" idx="1"/>
          </p:nvPr>
        </p:nvSpPr>
        <p:spPr>
          <a:xfrm>
            <a:off x="86675" y="1379325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Elementos Principales: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</a:t>
            </a:r>
            <a:r>
              <a:rPr lang="es" u="sng">
                <a:solidFill>
                  <a:schemeClr val="hlink"/>
                </a:solidFill>
                <a:hlinkClick r:id="rId3"/>
              </a:rPr>
              <a:t>Node.js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-Firebase Firestore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-API GPS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-API TAG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-Dialogflow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-Bot conversacional</a:t>
            </a:r>
            <a:endParaRPr/>
          </a:p>
        </p:txBody>
      </p:sp>
      <p:pic>
        <p:nvPicPr>
          <p:cNvPr id="185" name="Google Shape;18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0371" y="1307850"/>
            <a:ext cx="1455525" cy="32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 Operativo</a:t>
            </a:r>
            <a:endParaRPr/>
          </a:p>
        </p:txBody>
      </p:sp>
      <p:sp>
        <p:nvSpPr>
          <p:cNvPr id="191" name="Google Shape;191;p2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GPS envía ubicación del bus.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Acer Bot compara coordenadas con Pórticos TAG.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Válida si pertenece a la ruta asignada.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Registra evento en base de datos.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Envía alerta inmediata si hay desvío.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Base de Datos Firestore</a:t>
            </a:r>
            <a:endParaRPr/>
          </a:p>
        </p:txBody>
      </p:sp>
      <p:sp>
        <p:nvSpPr>
          <p:cNvPr id="197" name="Google Shape;197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Colecciones utilizadas: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-/buses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-/alertas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-/porticos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-/tags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-/usuarios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Ventajas: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-Escalable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-NoSQL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-Sincronización en tiempo real</a:t>
            </a:r>
            <a:endParaRPr/>
          </a:p>
        </p:txBody>
      </p:sp>
      <p:pic>
        <p:nvPicPr>
          <p:cNvPr id="198" name="Google Shape;19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3651" y="2803570"/>
            <a:ext cx="4520351" cy="200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Módulo de Detección de TAG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-Revisa cada coordenada recibida del gps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-Coincidencia con coordenadas de pórticos.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-Verificación de autorización según ruta.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-Registro automático del evento</a:t>
            </a:r>
            <a:endParaRPr/>
          </a:p>
        </p:txBody>
      </p:sp>
      <p:pic>
        <p:nvPicPr>
          <p:cNvPr id="205" name="Google Shape;20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3325" y="3061500"/>
            <a:ext cx="3619199" cy="20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Validación de Rutas</a:t>
            </a:r>
            <a:endParaRPr/>
          </a:p>
        </p:txBody>
      </p:sp>
      <p:sp>
        <p:nvSpPr>
          <p:cNvPr id="211" name="Google Shape;211;p2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sistema determina: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-Si el portico pertenece a la ruta asignada.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-Si corresponde al trayecto origen -&gt; destino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-Si el bus pasó por un pórtico indebido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Genera estado: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-Autorizado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-No autorizado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 de Alertas</a:t>
            </a:r>
            <a:endParaRPr/>
          </a:p>
        </p:txBody>
      </p:sp>
      <p:sp>
        <p:nvSpPr>
          <p:cNvPr id="217" name="Google Shape;217;p2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Avisa inmediatamente: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-Desvíos de ruta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-Pórticos no autorizados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-Actividad sospechosa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Canal posible: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-Telegram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-Panel web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Bot conversacional</a:t>
            </a:r>
            <a:endParaRPr/>
          </a:p>
        </p:txBody>
      </p:sp>
      <p:sp>
        <p:nvSpPr>
          <p:cNvPr id="223" name="Google Shape;223;p27"/>
          <p:cNvSpPr txBox="1">
            <a:spLocks noGrp="1"/>
          </p:cNvSpPr>
          <p:nvPr>
            <p:ph type="body" idx="1"/>
          </p:nvPr>
        </p:nvSpPr>
        <p:spPr>
          <a:xfrm>
            <a:off x="904950" y="13078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Funciones: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-Consultar ubicación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-Revisar TAG del día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-Revisar eventos pasados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-Ver estado del bus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-Alertas generadas</a:t>
            </a:r>
            <a:endParaRPr/>
          </a:p>
        </p:txBody>
      </p:sp>
      <p:pic>
        <p:nvPicPr>
          <p:cNvPr id="224" name="Google Shape;2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8075" y="2127900"/>
            <a:ext cx="3115775" cy="295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Evidencias del Sistema</a:t>
            </a:r>
            <a:endParaRPr/>
          </a:p>
        </p:txBody>
      </p:sp>
      <p:sp>
        <p:nvSpPr>
          <p:cNvPr id="230" name="Google Shape;230;p2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Incluye evidencias de: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-Funcionalidad real del bot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-Base de datos llenándose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-Ejemplos de alertas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-Eventos TAG reales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-Validación de rutas </a:t>
            </a:r>
            <a:endParaRPr/>
          </a:p>
        </p:txBody>
      </p:sp>
      <p:pic>
        <p:nvPicPr>
          <p:cNvPr id="231" name="Google Shape;23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1850" y="2716750"/>
            <a:ext cx="4882150" cy="2426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Aporte profesional</a:t>
            </a:r>
            <a:endParaRPr/>
          </a:p>
        </p:txBody>
      </p:sp>
      <p:sp>
        <p:nvSpPr>
          <p:cNvPr id="237" name="Google Shape;237;p29"/>
          <p:cNvSpPr txBox="1">
            <a:spLocks noGrp="1"/>
          </p:cNvSpPr>
          <p:nvPr>
            <p:ph type="body" idx="1"/>
          </p:nvPr>
        </p:nvSpPr>
        <p:spPr>
          <a:xfrm>
            <a:off x="961700" y="154720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Este proyecto me permitió desarrollar mis capacidades en: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-Backend y </a:t>
            </a:r>
            <a:r>
              <a:rPr lang="es" u="sng">
                <a:solidFill>
                  <a:schemeClr val="hlink"/>
                </a:solidFill>
                <a:hlinkClick r:id="rId3"/>
              </a:rPr>
              <a:t>Node.js</a:t>
            </a:r>
            <a:r>
              <a:rPr lang="es"/>
              <a:t>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-Firebase y base de datos cloud.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-Integración de APIs GPS/TAG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-Automatización operativa.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-Diseño de arquitectura escalables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-Aplicación real de metodologías ágiles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Me prepara para roles como: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-Desarrollador backend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-Ingeniero de automatización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Integradosr de APIs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Competencias del Perfil de Egreso</a:t>
            </a:r>
            <a:endParaRPr/>
          </a:p>
        </p:txBody>
      </p:sp>
      <p:sp>
        <p:nvSpPr>
          <p:cNvPr id="243" name="Google Shape;243;p3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aplicaron: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Certificación y pruebas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Pruebas unitarias y funcionales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Gestión de proyectos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Planificación y control iterativo (Scrum y Gantt)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Modelos de datos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Firestore escalable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Construcción e integración de software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"/>
              <a:t>Implementación, despliegue y APIs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Conclusión</a:t>
            </a:r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-Acer Bot mejora el control operativo de una empresa.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-Reduce significativamente el trabajo manual.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-Aumenta la trazabilidad y la detección temprana.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-El desarrollo cumplió los objetivos propuestos.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-El proyecto tiene potencial para ser implementado a escala real.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2B1874-BE3A-5DB9-C45F-05D126B28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Gracias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00F4B4-9D65-1272-F365-80E13CC3C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es-CL" dirty="0"/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2597516934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</Words>
  <Application>Microsoft Macintosh PowerPoint</Application>
  <PresentationFormat>Presentación en pantalla (16:9)</PresentationFormat>
  <Paragraphs>132</Paragraphs>
  <Slides>20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Montserrat</vt:lpstr>
      <vt:lpstr>Lato</vt:lpstr>
      <vt:lpstr>Arial</vt:lpstr>
      <vt:lpstr>Focus</vt:lpstr>
      <vt:lpstr>AcerBot - Bot Automatizado de Gestión de Buses</vt:lpstr>
      <vt:lpstr>Contexto del Problema</vt:lpstr>
      <vt:lpstr>Oportunidad de Mejora</vt:lpstr>
      <vt:lpstr>Objetivo del proyecto</vt:lpstr>
      <vt:lpstr>Objetivos Específicos</vt:lpstr>
      <vt:lpstr>Alcance del Proyecto</vt:lpstr>
      <vt:lpstr>Metodología Utilizada</vt:lpstr>
      <vt:lpstr>Carta Gantt</vt:lpstr>
      <vt:lpstr>Arquitectura General del Sistema</vt:lpstr>
      <vt:lpstr>Flujo Operativo</vt:lpstr>
      <vt:lpstr>Base de Datos Firestore</vt:lpstr>
      <vt:lpstr>Módulo de Detección de TAG</vt:lpstr>
      <vt:lpstr>Validación de Rutas</vt:lpstr>
      <vt:lpstr>Sistema de Alertas</vt:lpstr>
      <vt:lpstr>Bot conversacional</vt:lpstr>
      <vt:lpstr>Evidencias del Sistema</vt:lpstr>
      <vt:lpstr>Aporte profesional</vt:lpstr>
      <vt:lpstr>Competencias del Perfil de Egreso</vt:lpstr>
      <vt:lpstr>Conclusión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VICENTE JOSE LOPEZ GONZALEZ</cp:lastModifiedBy>
  <cp:revision>1</cp:revision>
  <dcterms:modified xsi:type="dcterms:W3CDTF">2025-11-20T23:10:24Z</dcterms:modified>
</cp:coreProperties>
</file>